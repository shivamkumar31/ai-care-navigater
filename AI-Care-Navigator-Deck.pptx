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9FC4EA"/>
                </a:solidFill>
              </a:rPr>
              <a:t>PRECISION CARE CHALLENGE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 Navigator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8"/>
                </a:solidFill>
              </a:rPr>
              <a:t>Insurance-aware hospital and treatment navigation, built for Round 2 production submission.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4114800" cy="0"/>
          </a:xfrm>
          <a:prstGeom prst="line">
            <a:avLst/>
          </a:prstGeom>
          <a:noFill/>
          <a:ln w="12700">
            <a:solidFill>
              <a:srgbClr val="2E4E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Hospitality  </a:t>
            </a:r>
            <a:pPr indent="0" marL="0">
              <a:buNone/>
            </a:pPr>
            <a:r>
              <a:rPr lang="en-US" sz="1300" dirty="0">
                <a:solidFill>
                  <a:srgbClr val="9FC4EA"/>
                </a:solidFill>
              </a:rPr>
              <a:t>·  Next.js · Express · MongoDB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212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 w="9525">
            <a:solidFill>
              <a:srgbClr val="2747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A8D2"/>
                </a:solidFill>
              </a:rPr>
              <a:t>ROUND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 of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5212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 w="9525">
            <a:solidFill>
              <a:srgbClr val="274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A8D2"/>
                </a:solidFill>
              </a:rPr>
              <a:t>STACK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5623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Full production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5212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6324F"/>
          </a:solidFill>
          <a:ln w="9525">
            <a:solidFill>
              <a:srgbClr val="2747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A8D2"/>
                </a:solidFill>
              </a:rPr>
              <a:t>FOCUS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5623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E0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Insurance and hospital data live in disconnected places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AECE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5A30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Fragmented information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</a:rPr>
              <a:t>Policy documents, hospital network lists, and treatment progress sit in separate portals and PDFs.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AEED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7517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Decisions made under stress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</a:rPr>
              <a:t>Patients and caregivers must interpret dense policy language during a medical emergency.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56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9260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Costly, avoidable errors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E5A"/>
                </a:solidFill>
              </a:rPr>
              <a:t>Wrong hospital, wrong room category, or missed exclusions lead to denied claims and financial strain.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E5A"/>
                </a:solidFill>
              </a:rPr>
              <a:t>Government schemes involved: ESI · PM-JAY · Arogya Karnataka · Yeshaswini — plus private/employer insurance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4EA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unified, insurance-aware navigator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</a:rPr>
              <a:t>Maps a user's coverage to eligible hospitals, room categories, and care pathways — then tracks the journey stage by stage.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32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889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F7AE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718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Insurance intake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4DC"/>
                </a:solidFill>
              </a:rPr>
              <a:t>Structured entry of scheme type, coverage limit, room eligibility, exclusions — normalized into one profile.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32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7889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F7AE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9718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Hospital &amp; room matching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4DC"/>
                </a:solidFill>
              </a:rPr>
              <a:t>Rule-based engine checks network status, eligible rooms, and cost, and explains every suggestion in plain language.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324F"/>
          </a:solidFill>
          <a:ln w="12700">
            <a:solidFill>
              <a:srgbClr val="2747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7889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F7AE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97180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Care journey tracking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3566160"/>
            <a:ext cx="2788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4DC"/>
                </a:solidFill>
              </a:rPr>
              <a:t>Six-stage timeline from pre-admission to discharge, with fresh insurance guidance surfaced at each step.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D2"/>
                </a:solidFill>
              </a:rPr>
              <a:t>Decision-support only — no medical diagnosis, no binding insurance advice.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E0"/>
                </a:solidFill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Three-tier production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E6F1FB"/>
          </a:solidFill>
          <a:ln w="15875">
            <a:solidFill>
              <a:srgbClr val="1F7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D91"/>
                </a:solidFill>
              </a:rPr>
              <a:t>Next.js 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8163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Port 3000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Landing, auth, dashboard, insurance form, hospital search, journey timeline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2971800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3611880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210312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</a:rPr>
              <a:t>Express 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8163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Port 5000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2461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Auth (JWT), matching engine, guidance engine, REST routes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2971800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3611880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210312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FAECE7"/>
          </a:solidFill>
          <a:ln w="15875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30"/>
                </a:solidFill>
              </a:rPr>
              <a:t>MongoDB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8163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Port 27017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2461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Users, insurance policies, hospitals, care journeys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41648" y="272491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requests / form data 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41648" y="3401568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← JSON response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44968" y="272491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query / save →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44968" y="3401568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←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" y="48920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Vercel (frontend)  ·  Render/Railway (backend)  ·  MongoDB Atlas (database)  ·  Docker Compose for local/one-command spin-up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E0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Four features mapped to the challenge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34D9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F1FB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311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Insurance &amp; user data ingestion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76148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</a:rPr>
              <a:t>Structured intake for ESI / PM-JAY / Arogya Karnataka / Yeshaswini / private schemes, normalized into one internal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286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F5EE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2311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Hospital &amp; care option mapping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76148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</a:rPr>
              <a:t>Rule-based matching engine ranks in-network hospitals and eligible room categories with plain-language explanations.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51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ECE7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1970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Care journey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72744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</a:rPr>
              <a:t>Six-stage timeline (pre-admission → discharge) with contextual, insurance-aware guidance at every step.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BA7517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EEDA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1970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Non-diagnostic guardrail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72744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</a:rPr>
              <a:t>Every response carries an explicit decision-support disclaimer — no clinical or binding insurance claims anywhere.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</a:rPr>
              <a:t>REAL-WORLD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</a:rPr>
              <a:t>Ramesh's father has chest pain in Mysuru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6712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12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Opens the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His Arogya Karnataka policy is already saved from an earlier visit.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6712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12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Searches hospitals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Filters by cardiology + Mysuru — sees only in-network hospitals, with room-wise indicative cost.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6712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21122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Avoids a bad trip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6517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Skips an out-of-network hospital that would have meant a denied claim or a risky mid-treatment transfer.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95020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895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Tracks the journey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At admission, the app warns that booking above his eligible room voids part of the coverage.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95020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3895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Gets stage guidance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Investigation and procedure stages each surface fresh, policy-specific reminders.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950208"/>
            <a:ext cx="365760" cy="365760"/>
          </a:xfrm>
          <a:prstGeom prst="oval">
            <a:avLst/>
          </a:prstGeom>
          <a:solidFill>
            <a:srgbClr val="FAECE7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3895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Discharges prepared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434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E5A"/>
                </a:solidFill>
              </a:rPr>
              <a:t>A checklist reminds him which bills and reports to keep for the reimbursement claim.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E0"/>
                </a:solidFill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</a:rPr>
              <a:t>Production-grade engineering, not a prototype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Next.js 14 (App Router), React, Tailwind CSS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31927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192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3192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Node.js, Express.js, JWT auth, bcrypt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941064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410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3941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MongoDB + Mongoose (normalized schemas)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562856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628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Core logic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45628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Custom rule-based match + guidance engines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18464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846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4D91"/>
                </a:solidFill>
              </a:rPr>
              <a:t>DevOps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51846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Docker Compose, multi-stage Dockerfiles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1965960"/>
            <a:ext cx="5532120" cy="4114800"/>
          </a:xfrm>
          <a:prstGeom prst="roundRect">
            <a:avLst>
              <a:gd name="adj" fmla="val 2667"/>
            </a:avLst>
          </a:prstGeom>
          <a:solidFill>
            <a:srgbClr val="0F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Judging-criteria alignment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2743200"/>
            <a:ext cx="109728" cy="109728"/>
          </a:xfrm>
          <a:prstGeom prst="oval">
            <a:avLst/>
          </a:prstGeom>
          <a:solidFill>
            <a:srgbClr val="1F7AE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697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Vision &amp; pathway — 20%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2999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4DC"/>
                </a:solidFill>
              </a:rPr>
              <a:t>Unifies fragmented insurance/hospital/journey info into one India-specific flow.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611880"/>
            <a:ext cx="109728" cy="109728"/>
          </a:xfrm>
          <a:prstGeom prst="oval">
            <a:avLst/>
          </a:prstGeom>
          <a:solidFill>
            <a:srgbClr val="1F7AE0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566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Working solution — 30%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8679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4DC"/>
                </a:solidFill>
              </a:rPr>
              <a:t>Fully functional API + UI, tested end to end: register → policy → match → journey.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480560"/>
            <a:ext cx="109728" cy="109728"/>
          </a:xfrm>
          <a:prstGeom prst="oval">
            <a:avLst/>
          </a:prstGeom>
          <a:solidFill>
            <a:srgbClr val="1F7AE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Innovative AI use — 30%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4736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4DC"/>
                </a:solidFill>
              </a:rPr>
              <a:t>Transparent, explainable rule engine — auditable, which matters in insurance/health.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349240"/>
            <a:ext cx="109728" cy="109728"/>
          </a:xfrm>
          <a:prstGeom prst="oval">
            <a:avLst/>
          </a:prstGeom>
          <a:solidFill>
            <a:srgbClr val="1F7AE0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5303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Enterprise — 20%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56052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4DC"/>
                </a:solidFill>
              </a:rPr>
              <a:t>Realistic multi-scheme dataset across 6 cities, explicit non-diagnostic disclaimers.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E0"/>
                </a:solidFill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From MVP to real-world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560320" cy="109728"/>
          </a:xfrm>
          <a:prstGeom prst="roundRect">
            <a:avLst/>
          </a:prstGeom>
          <a:solidFill>
            <a:srgbClr val="1F7A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E0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Real hospital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Replace the synthetic dataset with NHA PM-JAY network data and state scheme portals.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03120"/>
            <a:ext cx="2560320" cy="109728"/>
          </a:xfrm>
          <a:prstGeom prst="round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Insurer verification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5204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API integration to verify policy numbers; document upload with OCR auto-fill.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03120"/>
            <a:ext cx="2560320" cy="109728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Security hardening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Rate limiting, HTTPS enforcement, secret management, stricter validation.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103120"/>
            <a:ext cx="2560320" cy="109728"/>
          </a:xfrm>
          <a:prstGeom prst="roundRect">
            <a:avLst/>
          </a:prstGeom>
          <a:solidFill>
            <a:srgbClr val="BA7517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81160" y="2926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Compliance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5204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DPDP Act alignment, encryption at rest, explicit user consent flows.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8"/>
                </a:solidFill>
              </a:rPr>
              <a:t>AI Care Navigator — decision support, not diagnosis. Built for the Precision Care Challenge 2026 by Team Hospitality.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12700">
            <a:solidFill>
              <a:srgbClr val="2E4E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4EA"/>
                </a:solidFill>
              </a:rPr>
              <a:t>Source code, documentation, and live demo linked in submission.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2026-08-20T11:02:09Z</dcterms:created>
  <dcterms:modified xsi:type="dcterms:W3CDTF">2026-08-20T11:02:09Z</dcterms:modified>
</cp:coreProperties>
</file>